
<file path=[Content_Types].xml><?xml version="1.0" encoding="utf-8"?>
<Types xmlns="http://schemas.openxmlformats.org/package/2006/content-types">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2"/>
  </p:notesMasterIdLst>
  <p:handoutMasterIdLst>
    <p:handoutMasterId r:id="rId13"/>
  </p:handoutMasterIdLst>
  <p:sldIdLst>
    <p:sldId id="258" r:id="rId5"/>
    <p:sldId id="259" r:id="rId7"/>
    <p:sldId id="264" r:id="rId6"/>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A1ABE0-46CA-4962-907A-50F3DB39621D}" v="2" dt="2026-09-12T21:07:29.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30"/>
  </p:normalViewPr>
  <p:slideViewPr>
    <p:cSldViewPr showGuides="1">
      <p:cViewPr>
        <p:scale>
          <a:sx n="47" d="100"/>
          <a:sy n="47" d="100"/>
        </p:scale>
        <p:origin x="1046" y="43"/>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ran" userId="816a74053fcaba6c" providerId="LiveId" clId="{6209A6F1-9930-435F-918C-BC0F7DF739A7}"/>
    <pc:docChg chg="addSld modSld">
      <pc:chgData name="Tony Tran" userId="816a74053fcaba6c" providerId="LiveId" clId="{6209A6F1-9930-435F-918C-BC0F7DF739A7}" dt="2026-09-12T21:07:48.008" v="8" actId="255"/>
      <pc:docMkLst>
        <pc:docMk/>
      </pc:docMkLst>
      <pc:sldChg chg="modSp new mod">
        <pc:chgData name="Tony Tran" userId="816a74053fcaba6c" providerId="LiveId" clId="{6209A6F1-9930-435F-918C-BC0F7DF739A7}" dt="2026-09-12T21:07:48.008" v="8" actId="255"/>
        <pc:sldMkLst>
          <pc:docMk/>
          <pc:sldMk cId="231996864" sldId="264"/>
        </pc:sldMkLst>
        <pc:spChg chg="mod">
          <ac:chgData name="Tony Tran" userId="816a74053fcaba6c" providerId="LiveId" clId="{6209A6F1-9930-435F-918C-BC0F7DF739A7}" dt="2026-09-12T21:07:48.008" v="8" actId="255"/>
          <ac:spMkLst>
            <pc:docMk/>
            <pc:sldMk cId="231996864" sldId="264"/>
            <ac:spMk id="2" creationId="{F9456F9F-92E8-C2F9-1C08-B070E24ECF6F}"/>
          </ac:spMkLst>
        </pc:spChg>
        <pc:spChg chg="mod">
          <ac:chgData name="Tony Tran" userId="816a74053fcaba6c" providerId="LiveId" clId="{6209A6F1-9930-435F-918C-BC0F7DF739A7}" dt="2026-09-12T21:07:33.851" v="4" actId="1076"/>
          <ac:spMkLst>
            <pc:docMk/>
            <pc:sldMk cId="231996864" sldId="264"/>
            <ac:spMk id="3" creationId="{E74E3FF5-70CE-EA5D-A958-DF1416293D6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9/12/2026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Text"/>
          <p:cNvSpPr txBox="1"/>
          <p:nvPr>
            <p:ph type="body" idx="1"/>
          </p:nvPr>
        </p:nvSpPr>
        <p:spPr/>
        <p:txBody>
          <a:bodyPr/>
          <a:lstStyle/>
          <a:p>
            <a:r>
              <a:rPr sz="1200"/>
              <a:t>Hi everyone. This is my second FixProof progress update. Progress Report 2 has been submitted. I’ll clarify what the prototype does, show the completed trial and review results, and explain what the next evaluation phase needs to test.</a:t>
            </a:r>
          </a:p>
          <a:p>
            <a:r>
              <a:rPr sz="1200"/>
              <a:t>Evidence / references: Student-reported submission status; data/evaluation/primary-report.json.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Text"/>
          <p:cNvSpPr txBox="1"/>
          <p:nvPr>
            <p:ph type="body" idx="1"/>
          </p:nvPr>
        </p:nvSpPr>
        <p:spPr/>
        <p:txBody>
          <a:bodyPr/>
          <a:lstStyle/>
          <a:p>
            <a:r>
              <a:rPr sz="1200"/>
              <a:t>The design connects to prior research. Pearce and colleagues studied insecure generated code under defined security scenarios, which motivates controlled fixtures. Their vulnerability-repair work also identifies functional-correctness challenges, supporting separate benign-behavior tests. Kulsum and colleagues investigate external validation feedback in vulnerability repair, providing precedent for a bounded retry. FixProof does not claim that these ideas are new or that it outperforms those systems. My project evaluates an auditable evidence workflow in three controlled cases.</a:t>
            </a:r>
          </a:p>
          <a:p>
            <a:r>
              <a:rPr sz="1200"/>
              <a:t>Evidence / references: https://arxiv.org/abs/2108.09293 ; https://arxiv.org/abs/2112.02125 ; https://arxiv.org/abs/2405.15690 . Preprint-year citations match submitted Report 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Text"/>
          <p:cNvSpPr txBox="1"/>
          <p:nvPr>
            <p:ph type="body" idx="1"/>
          </p:nvPr>
        </p:nvSpPr>
        <p:spPr/>
        <p:txBody>
          <a:bodyPr/>
          <a:lstStyle/>
          <a:p>
            <a:r>
              <a:rPr sz="1200"/>
              <a:t>Raymond asked what FixProof is and what I asked Codex to build. FixProof is the prototype I’m developing with AI assistance. To clarify my earlier reply, its orchestration is Python; the controlled applications are JavaScript and Express. My example request was to create a simple, deterministic Express app with controlled XSS, expected-behavior tests, and a security test demonstrating the vulnerability. Codex assists development. Separately, the runtime remediation model receives one finding and focused code and proposes a repair. The question is whether disappearance of the original SAST finding agrees with security and functional evidence. This covers small web routes, including browser execution for XSS.</a:t>
            </a:r>
          </a:p>
          <a:p>
            <a:r>
              <a:rPr sz="1200"/>
              <a:t>Evidence / references: User-supplied example prompt; pyproject.toml; src/fixproof/agent/; docs/study-protocol-v1.md.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Text"/>
          <p:cNvSpPr txBox="1"/>
          <p:nvPr>
            <p:ph type="body" idx="1"/>
          </p:nvPr>
        </p:nvSpPr>
        <p:spPr/>
        <p:txBody>
          <a:bodyPr/>
          <a:lstStyle/>
          <a:p>
            <a:r>
              <a:rPr sz="1200"/>
              <a:t>Aluor asked whether the attack is run before and after repair. Yes: the baseline and candidate use the same route-specific attack and control suites. The candidate also receives syntax and SAST checks and functional tests. Cheick asked about new weaknesses and behavior changes. New scanner findings or failed checks trigger rejection. If the target warning persists while the other checks pass, the policy requests adjudication. The model does not grade its own patch. These copied workspaces separate files; they are not a security sandbox for arbitrary hostile code.</a:t>
            </a:r>
          </a:p>
          <a:p>
            <a:r>
              <a:rPr sz="1200"/>
              <a:t>Evidence / references: src/fixproof/evaluation/benchmark_verifier.py; src/fixproof/validation/; docs/threat-model.md.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Text"/>
          <p:cNvSpPr txBox="1"/>
          <p:nvPr>
            <p:ph type="body" idx="1"/>
          </p:nvPr>
        </p:nvSpPr>
        <p:spPr/>
        <p:txBody>
          <a:bodyPr/>
          <a:lstStyle/>
          <a:p>
            <a:r>
              <a:rPr sz="1200"/>
              <a:t>Kiang asked about repetitions and measurement. The frozen plan used five initial calls per CWE, fifteen total, with the same baseline and prompt conditions within each case. All fifteen pass the fixed security and functional suites; five resolve the target SAST warning. All ten conflicts now have reviews: seven bounded acceptances and three requests for additional testing. Today’s recorded-evidence verifier and all eighty-nine repository tests passed. That was not a fresh run of the historical applications. There are eleven distinct candidate sources because all five SQLi calls produced identical source. No primary SAST false success was observed, so these results cannot estimate a detection rate for that failure mode.</a:t>
            </a:r>
          </a:p>
          <a:p>
            <a:r>
              <a:rPr sz="1200"/>
              <a:t>Evidence / references: data/evaluation/primary-report.json; docs/primary-results.md; September 13 primary_report --check and unittest run (89 tests, OK).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Text"/>
          <p:cNvSpPr txBox="1"/>
          <p:nvPr>
            <p:ph type="body" idx="1"/>
          </p:nvPr>
        </p:nvSpPr>
        <p:spPr/>
        <p:txBody>
          <a:bodyPr/>
          <a:lstStyle/>
          <a:p>
            <a:r>
              <a:rPr sz="1200"/>
              <a:t>Compare SQLi attempt one with XSS attempt four. SQLi uses a parameterized query and passes the recorded attack/control and functional checks. It is ready for human review, not already approved. XSS passes four security and six functional checks, yet code review found that an omitted name changes from the original undefined text to an empty value. That input was absent from the frozen suite. This is a code-review observation awaiting supplemental runtime testing, not a newly measured exploit. Similar missing-input concerns also affect accepted XSS attempts one and two, as the supplement acknowledges. Raymond’s point is central: validation quality depends on test coverage, not simply a passing counter.</a:t>
            </a:r>
          </a:p>
          <a:p>
            <a:r>
              <a:rPr sz="1200"/>
              <a:t>Evidence / references: data/primary_trials/v1/cases/sqli/attempt-01/; data/primary_trials/v1/cases/xss/attempt-04/; data/primary_reviews/v1/primary-v1-xss-initial-04/result.json; docs/coursework/review-2026-09-12/xss-review-supplement.md.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Text"/>
          <p:cNvSpPr txBox="1"/>
          <p:nvPr>
            <p:ph type="body" idx="1"/>
          </p:nvPr>
        </p:nvSpPr>
        <p:spPr/>
        <p:txBody>
          <a:bodyPr/>
          <a:lstStyle/>
          <a:p>
            <a:r>
              <a:rPr sz="1200"/>
              <a:t>My next milestone is a predefined supplemental matrix, beginning with XSS four and five and traversal one. I’ll include the related accepted XSS candidates when testing missing inputs, preserve every outcome separately from the primary study, and document follow-up conclusions. Controlled bad patches can exercise failures without assuming AI will generate a desired result. Failure-handling tests will cover malformed output, scanner timeout, and startup problems. I’ll keep three CWEs rather than expand to the OWASP Top Ten at this stage. The remaining deliverables include supplemental results, the final paper and reproducible package, and the final video due November fifteenth. I’d welcome feedback on the best additional tests and the value of a second reviewer. ChatGPT and Codex assisted implementation, analysis, and presentation preparation; I remain responsible for the claims and review decisions.</a:t>
            </a:r>
          </a:p>
          <a:p>
            <a:r>
              <a:rPr sz="1200"/>
              <a:t>Evidence / references: Human REQUEST_ADDITIONAL_TESTING records; supplied course dates; prototype limitations and user-provided AI-use disclosure.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9/12/2026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9/12/2026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9/12/2026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9/12/2026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9/12/2026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9/12/2026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9/12/2026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9/12/2026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9/12/2026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9/12/2026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9/12/2026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9/12/2026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9/12/2026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9/12/2026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9/12/2026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9/12/2026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9/12/2026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9/12/2026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9/12/2026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9/12/2026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9/12/2026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9/12/2026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9/12/2026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9/12/2026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9/12/2026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9/12/2026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9/12/2026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9/12/2026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9/12/2026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9/12/2026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9/12/2026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9/12/2026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9/12/2026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9/12/2026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9/12/2026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9/12/2026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dirty="0" err="1"/>
              <a:t>FixProof — Video II</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a:bodyPr>
          <a:lstStyle/>
          <a:p>
            <a:r>
              <a:rPr lang="en-US" dirty="0" sz="2200"/>
              <a:t>Tony Tran | CS6727 | September 2026</a:t>
            </a:r>
          </a:p>
          <a:p>
            <a:r>
              <a:rPr lang="en-US" dirty="0" sz="2200"/>
              <a:t>Validating AI-generated security repairs</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56F9F-92E8-C2F9-1C08-B070E24ECF6F}"/>
              </a:ext>
            </a:extLst>
          </p:cNvPr>
          <p:cNvSpPr>
            <a:spLocks noGrp="1"/>
          </p:cNvSpPr>
          <p:nvPr>
            <p:ph type="title"/>
          </p:nvPr>
        </p:nvSpPr>
        <p:spPr/>
        <p:txBody>
          <a:bodyPr/>
          <a:lstStyle/>
          <a:p>
            <a:r>
              <a:rPr lang="en-US" sz="4000" dirty="0"/>
              <a:t>Research-informed design</a:t>
            </a:r>
          </a:p>
        </p:txBody>
      </p:sp>
      <p:sp>
        <p:nvSpPr>
          <p:cNvPr id="3" name="Content Placeholder 2">
            <a:extLst>
              <a:ext uri="{FF2B5EF4-FFF2-40B4-BE49-F238E27FC236}">
                <a16:creationId xmlns:a16="http://schemas.microsoft.com/office/drawing/2014/main" id="{E74E3FF5-70CE-EA5D-A958-DF1416293D67}"/>
              </a:ext>
            </a:extLst>
          </p:cNvPr>
          <p:cNvSpPr>
            <a:spLocks noGrp="1"/>
          </p:cNvSpPr>
          <p:nvPr>
            <p:ph idx="1"/>
          </p:nvPr>
        </p:nvSpPr>
        <p:spPr>
          <a:xfrm>
            <a:off x="607204" y="1066800"/>
            <a:ext cx="10963656" cy="4343400"/>
          </a:xfrm>
        </p:spPr>
        <p:txBody>
          <a:bodyPr/>
          <a:lstStyle/>
          <a:p>
            <a:r>
              <a:rPr lang="en-US" dirty="0" sz="2400"/>
              <a:t>Security-scenario research → controlled fixtures</a:t>
            </a:r>
          </a:p>
          <a:p>
            <a:r>
              <a:rPr lang="en-US" dirty="0" sz="2400"/>
              <a:t>Pearce et al. (2021a)</a:t>
            </a:r>
          </a:p>
          <a:p>
            <a:r>
              <a:rPr lang="en-US" dirty="0" sz="2400"/>
              <a:t>Functional-correctness challenges → benign-behavior tests</a:t>
            </a:r>
          </a:p>
          <a:p>
            <a:r>
              <a:rPr lang="en-US" dirty="0" sz="2400"/>
              <a:t>Pearce et al. (2021b)</a:t>
            </a:r>
          </a:p>
          <a:p>
            <a:r>
              <a:rPr lang="en-US" dirty="0" sz="2400"/>
              <a:t>External validation feedback → bounded repair retry</a:t>
            </a:r>
          </a:p>
          <a:p>
            <a:r>
              <a:rPr lang="en-US" dirty="0" sz="2400"/>
              <a:t>Kulsum et al. (2024)</a:t>
            </a:r>
          </a:p>
        </p:txBody>
      </p:sp>
    </p:spTree>
    <p:extLst>
      <p:ext uri="{BB962C8B-B14F-4D97-AF65-F5344CB8AC3E}">
        <p14:creationId xmlns:p14="http://schemas.microsoft.com/office/powerpoint/2010/main" val="231996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3A18-EF07-07E3-17B8-D473A580C9FC}"/>
              </a:ext>
            </a:extLst>
          </p:cNvPr>
          <p:cNvSpPr>
            <a:spLocks noGrp="1"/>
          </p:cNvSpPr>
          <p:nvPr>
            <p:ph type="title"/>
          </p:nvPr>
        </p:nvSpPr>
        <p:spPr/>
        <p:txBody>
          <a:bodyPr/>
          <a:lstStyle/>
          <a:p>
            <a:r>
              <a:rPr lang="en-US" dirty="0" err="1"/>
              <a:t>What FixProof is</a:t>
            </a:r>
          </a:p>
        </p:txBody>
      </p:sp>
      <p:sp>
        <p:nvSpPr>
          <p:cNvPr id="3" name="Content Placeholder 2">
            <a:extLst>
              <a:ext uri="{FF2B5EF4-FFF2-40B4-BE49-F238E27FC236}">
                <a16:creationId xmlns:a16="http://schemas.microsoft.com/office/drawing/2014/main" id="{DB9CDEFC-DB85-595A-65B8-7D81FD8CD3CE}"/>
              </a:ext>
            </a:extLst>
          </p:cNvPr>
          <p:cNvSpPr>
            <a:spLocks noGrp="1"/>
          </p:cNvSpPr>
          <p:nvPr>
            <p:ph idx="1"/>
          </p:nvPr>
        </p:nvSpPr>
        <p:spPr/>
        <p:txBody>
          <a:bodyPr/>
          <a:lstStyle/>
          <a:p>
            <a:r>
              <a:rPr lang="en-US" dirty="0" sz="2400"/>
              <a:t>Python prototype; JavaScript/Express test applications</a:t>
            </a:r>
          </a:p>
          <a:p>
            <a:r>
              <a:rPr lang="en-US" dirty="0" sz="2400"/>
              <a:t>Three weaknesses: reflected XSS, SQLi, path traversal</a:t>
            </a:r>
          </a:p>
          <a:p>
            <a:r>
              <a:rPr lang="en-US" dirty="0" sz="2400"/>
              <a:t>AI proposes a repair; separate validators assess it</a:t>
            </a:r>
          </a:p>
          <a:p>
            <a:r>
              <a:rPr lang="en-US" dirty="0" sz="2400"/>
              <a:t>Does SAST disappearance agree with security and behavior?</a:t>
            </a:r>
          </a:p>
        </p:txBody>
      </p:sp>
    </p:spTree>
    <p:extLst>
      <p:ext uri="{BB962C8B-B14F-4D97-AF65-F5344CB8AC3E}">
        <p14:creationId xmlns:p14="http://schemas.microsoft.com/office/powerpoint/2010/main" val="121228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93F7-BE3D-14D5-5782-8C6F3249D3F9}"/>
              </a:ext>
            </a:extLst>
          </p:cNvPr>
          <p:cNvSpPr>
            <a:spLocks noGrp="1"/>
          </p:cNvSpPr>
          <p:nvPr>
            <p:ph type="title"/>
          </p:nvPr>
        </p:nvSpPr>
        <p:spPr/>
        <p:txBody>
          <a:bodyPr/>
          <a:lstStyle/>
          <a:p>
            <a:r>
              <a:rPr lang="en-US" dirty="0"/>
              <a:t>From vulnerable baseline to review</a:t>
            </a:r>
          </a:p>
        </p:txBody>
      </p:sp>
      <p:sp>
        <p:nvSpPr>
          <p:cNvPr id="3" name="Content Placeholder 2">
            <a:extLst>
              <a:ext uri="{FF2B5EF4-FFF2-40B4-BE49-F238E27FC236}">
                <a16:creationId xmlns:a16="http://schemas.microsoft.com/office/drawing/2014/main" id="{9578DFE7-7478-2D41-E943-A2B1A47C95C9}"/>
              </a:ext>
            </a:extLst>
          </p:cNvPr>
          <p:cNvSpPr>
            <a:spLocks noGrp="1"/>
          </p:cNvSpPr>
          <p:nvPr>
            <p:ph idx="1"/>
          </p:nvPr>
        </p:nvSpPr>
        <p:spPr/>
        <p:txBody>
          <a:bodyPr/>
          <a:lstStyle/>
          <a:p>
            <a:r>
              <a:rPr lang="en-US" dirty="0" sz="2400"/>
              <a:t>1. Establish baseline attack and benign behavior</a:t>
            </a:r>
          </a:p>
          <a:p>
            <a:r>
              <a:rPr lang="en-US" dirty="0" sz="2400"/>
              <a:t>2. Semgrep finding → focused AI repair → copied workspace</a:t>
            </a:r>
          </a:p>
          <a:p>
            <a:r>
              <a:rPr lang="en-US" dirty="0" sz="2400"/>
              <a:t>3. Check syntax, rescan, repeat attacks and functional tests</a:t>
            </a:r>
          </a:p>
          <a:p>
            <a:r>
              <a:rPr lang="en-US" dirty="0" sz="2400"/>
              <a:t>4. Compare findings; reject failures or request human review</a:t>
            </a:r>
          </a:p>
          <a:p>
            <a:r>
              <a:rPr lang="en-US" dirty="0" sz="2400"/>
              <a:t>New SAST findings trigger rejection; tests stay separate</a:t>
            </a:r>
          </a:p>
        </p:txBody>
      </p:sp>
    </p:spTree>
    <p:extLst>
      <p:ext uri="{BB962C8B-B14F-4D97-AF65-F5344CB8AC3E}">
        <p14:creationId xmlns:p14="http://schemas.microsoft.com/office/powerpoint/2010/main" val="710363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50CD2-4FD6-2FEA-9054-0BA1022C7D55}"/>
              </a:ext>
            </a:extLst>
          </p:cNvPr>
          <p:cNvSpPr>
            <a:spLocks noGrp="1"/>
          </p:cNvSpPr>
          <p:nvPr>
            <p:ph type="title"/>
          </p:nvPr>
        </p:nvSpPr>
        <p:spPr/>
        <p:txBody>
          <a:bodyPr/>
          <a:lstStyle/>
          <a:p>
            <a:r>
              <a:rPr lang="en-US" dirty="0"/>
              <a:t>Verified progress — September 13</a:t>
            </a:r>
          </a:p>
        </p:txBody>
      </p:sp>
      <p:sp>
        <p:nvSpPr>
          <p:cNvPr id="3" name="Content Placeholder 2">
            <a:extLst>
              <a:ext uri="{FF2B5EF4-FFF2-40B4-BE49-F238E27FC236}">
                <a16:creationId xmlns:a16="http://schemas.microsoft.com/office/drawing/2014/main" id="{916D8FBE-B8B2-BC3E-BE6E-CE5F5AFE9FF5}"/>
              </a:ext>
            </a:extLst>
          </p:cNvPr>
          <p:cNvSpPr>
            <a:spLocks noGrp="1"/>
          </p:cNvSpPr>
          <p:nvPr>
            <p:ph idx="1"/>
          </p:nvPr>
        </p:nvSpPr>
        <p:spPr/>
        <p:txBody>
          <a:bodyPr/>
          <a:lstStyle/>
          <a:p>
            <a:r>
              <a:rPr lang="en-US" dirty="0" sz="2400"/>
              <a:t>15/15 initial attempts; five calls per CWE</a:t>
            </a:r>
          </a:p>
          <a:p>
            <a:r>
              <a:rPr lang="en-US" dirty="0" sz="2400"/>
              <a:t>Target SAST resolved: 5/15; security/functional pass: 15/15</a:t>
            </a:r>
          </a:p>
          <a:p>
            <a:r>
              <a:rPr lang="en-US" dirty="0" sz="2400"/>
              <a:t>10/10 conflict reviews: 7 accept; 3 request more testing</a:t>
            </a:r>
          </a:p>
          <a:p>
            <a:r>
              <a:rPr lang="en-US" dirty="0" sz="2400"/>
              <a:t>89 repository tests passed in today’s verification</a:t>
            </a:r>
          </a:p>
          <a:p>
            <a:r>
              <a:rPr lang="en-US" dirty="0" sz="2400"/>
              <a:t>Zero observed primary SAST false successes</a:t>
            </a:r>
          </a:p>
          <a:p>
            <a:r>
              <a:rPr lang="en-US" dirty="0" sz="2400"/>
              <a:t>One fixture per CWE; 11 distinct candidate sources</a:t>
            </a:r>
          </a:p>
        </p:txBody>
      </p:sp>
    </p:spTree>
    <p:extLst>
      <p:ext uri="{BB962C8B-B14F-4D97-AF65-F5344CB8AC3E}">
        <p14:creationId xmlns:p14="http://schemas.microsoft.com/office/powerpoint/2010/main" val="732687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9302D-6A29-58EE-834E-F5E27865C3E5}"/>
              </a:ext>
            </a:extLst>
          </p:cNvPr>
          <p:cNvSpPr>
            <a:spLocks noGrp="1"/>
          </p:cNvSpPr>
          <p:nvPr>
            <p:ph type="title"/>
          </p:nvPr>
        </p:nvSpPr>
        <p:spPr/>
        <p:txBody>
          <a:bodyPr/>
          <a:lstStyle/>
          <a:p>
            <a:r>
              <a:rPr lang="en-US" sz="4000" b="1" dirty="0"/>
              <a:t>Passing fixed tests can leave an evidence gap</a:t>
            </a:r>
          </a:p>
        </p:txBody>
      </p:sp>
      <p:sp>
        <p:nvSpPr>
          <p:cNvPr id="3" name="Content Placeholder 2">
            <a:extLst>
              <a:ext uri="{FF2B5EF4-FFF2-40B4-BE49-F238E27FC236}">
                <a16:creationId xmlns:a16="http://schemas.microsoft.com/office/drawing/2014/main" id="{38392579-EE06-5E40-5759-90F43559719A}"/>
              </a:ext>
            </a:extLst>
          </p:cNvPr>
          <p:cNvSpPr>
            <a:spLocks noGrp="1"/>
          </p:cNvSpPr>
          <p:nvPr>
            <p:ph idx="1"/>
          </p:nvPr>
        </p:nvSpPr>
        <p:spPr/>
        <p:txBody>
          <a:bodyPr/>
          <a:lstStyle/>
          <a:p>
            <a:r>
              <a:rPr lang="en-US" dirty="0" sz="2400"/>
              <a:t>SQLi attempt 01: parameterized query</a:t>
            </a:r>
          </a:p>
          <a:p>
            <a:r>
              <a:rPr lang="en-US" dirty="0" sz="2400"/>
              <a:t>SAST resolved; security 2/2; functional 3/3</a:t>
            </a:r>
          </a:p>
          <a:p>
            <a:r>
              <a:rPr lang="en-US" dirty="0" sz="2400"/>
              <a:t>READY_FOR_HUMAN_REVIEW — no recorded human approval</a:t>
            </a:r>
          </a:p>
          <a:p>
            <a:r>
              <a:rPr lang="en-US" dirty="0" sz="2400"/>
              <a:t>XSS attempt 04: encoded output, persistent SAST warning</a:t>
            </a:r>
          </a:p>
          <a:p>
            <a:r>
              <a:rPr lang="en-US" dirty="0" sz="2400"/>
              <a:t>Security 4/4; functional 6/6; human asks for more testing</a:t>
            </a:r>
          </a:p>
          <a:p>
            <a:r>
              <a:rPr lang="en-US" dirty="0" sz="2400"/>
              <a:t>Review found a missing-name change outside the fixed suite</a:t>
            </a:r>
          </a:p>
        </p:txBody>
      </p:sp>
    </p:spTree>
    <p:extLst>
      <p:ext uri="{BB962C8B-B14F-4D97-AF65-F5344CB8AC3E}">
        <p14:creationId xmlns:p14="http://schemas.microsoft.com/office/powerpoint/2010/main" val="1922468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3336-0F45-D22F-F5EF-29FC7092F421}"/>
              </a:ext>
            </a:extLst>
          </p:cNvPr>
          <p:cNvSpPr>
            <a:spLocks noGrp="1"/>
          </p:cNvSpPr>
          <p:nvPr>
            <p:ph type="title"/>
          </p:nvPr>
        </p:nvSpPr>
        <p:spPr/>
        <p:txBody>
          <a:bodyPr/>
          <a:lstStyle/>
          <a:p>
            <a:r>
              <a:rPr lang="en-US" sz="3600" b="1" dirty="0"/>
              <a:t>Next phase and feedback</a:t>
            </a:r>
          </a:p>
        </p:txBody>
      </p:sp>
      <p:sp>
        <p:nvSpPr>
          <p:cNvPr id="3" name="Content Placeholder 2">
            <a:extLst>
              <a:ext uri="{FF2B5EF4-FFF2-40B4-BE49-F238E27FC236}">
                <a16:creationId xmlns:a16="http://schemas.microsoft.com/office/drawing/2014/main" id="{CAD38610-5F18-95AD-BF95-B72279FE2918}"/>
              </a:ext>
            </a:extLst>
          </p:cNvPr>
          <p:cNvSpPr>
            <a:spLocks noGrp="1"/>
          </p:cNvSpPr>
          <p:nvPr>
            <p:ph idx="1"/>
          </p:nvPr>
        </p:nvSpPr>
        <p:spPr/>
        <p:txBody>
          <a:bodyPr/>
          <a:lstStyle/>
          <a:p>
            <a:r>
              <a:rPr lang="en-US" dirty="0" sz="2400"/>
              <a:t>Next: predefined tests for XSS 04–05 and traversal 01</a:t>
            </a:r>
          </a:p>
          <a:p>
            <a:r>
              <a:rPr lang="en-US" dirty="0" sz="2400"/>
              <a:t>Add input variants and separate bad-repair controls</a:t>
            </a:r>
          </a:p>
          <a:p>
            <a:r>
              <a:rPr lang="en-US" dirty="0" sz="2400"/>
              <a:t>Evaluate failure handling; retain the three-CWE scope</a:t>
            </a:r>
          </a:p>
          <a:p>
            <a:r>
              <a:rPr lang="en-US" dirty="0" sz="2400"/>
              <a:t>No production-scale or performance claim</a:t>
            </a:r>
          </a:p>
          <a:p>
            <a:r>
              <a:rPr lang="en-US" dirty="0" sz="2400"/>
              <a:t>Would a second reviewer add more value than another CWE?</a:t>
            </a:r>
          </a:p>
          <a:p>
            <a:r>
              <a:rPr lang="en-US" dirty="0" sz="2400"/>
              <a:t>Which extra tests best address these review gaps?</a:t>
            </a:r>
          </a:p>
        </p:txBody>
      </p:sp>
    </p:spTree>
    <p:extLst>
      <p:ext uri="{BB962C8B-B14F-4D97-AF65-F5344CB8AC3E}">
        <p14:creationId xmlns:p14="http://schemas.microsoft.com/office/powerpoint/2010/main" val="1502614593"/>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3.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{7ECE110F-3113-4917-9BDC-9C5B594A5A4C}0f45c1b8-b519-4737-8f12-a18148944ef7-TFfcaeb239-e0ad-43c4-9739-4084ddd7c62fe496f549_win32</Template>
  <TotalTime>18</TotalTime>
  <Words>413</Words>
  <Application>Microsoft Office PowerPoint</Application>
  <PresentationFormat>Widescreen</PresentationFormat>
  <Paragraphs>59</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Bahnschrift SemiLight</vt:lpstr>
      <vt:lpstr>Blockwork elegance</vt:lpstr>
      <vt:lpstr>FixProof – Video II </vt:lpstr>
      <vt:lpstr>RESEARCH-INFORMED DESIGN </vt:lpstr>
      <vt:lpstr>FixProof and the question</vt:lpstr>
      <vt:lpstr>How the prototype works</vt:lpstr>
      <vt:lpstr>Verified Current Progress</vt:lpstr>
      <vt:lpstr>Why multiple evidence channels matter </vt:lpstr>
      <vt:lpstr>Limits, next phase, and requested feedback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1</cp:revision>
  <dcterms:created xsi:type="dcterms:W3CDTF">2026-09-12T20:38:56Z</dcterms:created>
  <dcterms:modified xsi:type="dcterms:W3CDTF">2026-09-12T21:07:57Z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